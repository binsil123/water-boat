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0275213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27" d="100"/>
          <a:sy n="27" d="100"/>
        </p:scale>
        <p:origin x="1310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6C989-8EFD-43D0-90A6-158E024FF931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5EAB-0FAC-48EB-B6C9-6AC1769808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71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6C989-8EFD-43D0-90A6-158E024FF931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5EAB-0FAC-48EB-B6C9-6AC1769808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673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/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75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75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6C989-8EFD-43D0-90A6-158E024FF931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5EAB-0FAC-48EB-B6C9-6AC1769808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631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6C989-8EFD-43D0-90A6-158E024FF931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5EAB-0FAC-48EB-B6C9-6AC1769808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221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6C989-8EFD-43D0-90A6-158E024FF931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5EAB-0FAC-48EB-B6C9-6AC1769808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387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6C989-8EFD-43D0-90A6-158E024FF931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5EAB-0FAC-48EB-B6C9-6AC1769808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78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6C989-8EFD-43D0-90A6-158E024FF931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5EAB-0FAC-48EB-B6C9-6AC1769808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076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6C989-8EFD-43D0-90A6-158E024FF931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5EAB-0FAC-48EB-B6C9-6AC1769808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225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6C989-8EFD-43D0-90A6-158E024FF931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5EAB-0FAC-48EB-B6C9-6AC1769808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375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6C989-8EFD-43D0-90A6-158E024FF931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5EAB-0FAC-48EB-B6C9-6AC1769808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615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6C989-8EFD-43D0-90A6-158E024FF931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5EAB-0FAC-48EB-B6C9-6AC1769808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731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6C989-8EFD-43D0-90A6-158E024FF931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25EAB-0FAC-48EB-B6C9-6AC1769808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95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445780-CAA2-E772-DF60-5F9EC7361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81" y="337557"/>
            <a:ext cx="10251479" cy="29289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9F0CFA-E9BE-C9D3-AF04-64001C3B301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34" t="15222" r="11622" b="20087"/>
          <a:stretch/>
        </p:blipFill>
        <p:spPr>
          <a:xfrm>
            <a:off x="23309609" y="477391"/>
            <a:ext cx="6599377" cy="22939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416EDA-012E-F7F9-4A37-40C50035FC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9" t="20867" r="11157" b="14193"/>
          <a:stretch/>
        </p:blipFill>
        <p:spPr>
          <a:xfrm>
            <a:off x="18888076" y="477391"/>
            <a:ext cx="2970774" cy="25289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F55CDE-2361-7435-691F-246087C47D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3109" y="337556"/>
            <a:ext cx="2789792" cy="27897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7291CA-44E4-BC9A-1FA5-53FA0F28F39B}"/>
              </a:ext>
            </a:extLst>
          </p:cNvPr>
          <p:cNvSpPr txBox="1"/>
          <p:nvPr/>
        </p:nvSpPr>
        <p:spPr>
          <a:xfrm>
            <a:off x="878681" y="3032645"/>
            <a:ext cx="28639294" cy="19389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INNOVATIVE SOLAR BOAT: A DUAL APPROACH TO WASTE COLLECTION AND WATER QUALITY ASSESSMENT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477B31A-834D-080F-D69C-50E8E740C5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945" y="14580561"/>
            <a:ext cx="10478055" cy="62977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EC0E928-1F2A-9111-5ECE-A83A1C871F2E}"/>
              </a:ext>
            </a:extLst>
          </p:cNvPr>
          <p:cNvSpPr txBox="1"/>
          <p:nvPr/>
        </p:nvSpPr>
        <p:spPr>
          <a:xfrm>
            <a:off x="20450050" y="5738394"/>
            <a:ext cx="7279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6B3DF3-D9C5-4FBD-EA40-33EEE8C0499A}"/>
              </a:ext>
            </a:extLst>
          </p:cNvPr>
          <p:cNvSpPr txBox="1"/>
          <p:nvPr/>
        </p:nvSpPr>
        <p:spPr>
          <a:xfrm>
            <a:off x="-457826" y="5721328"/>
            <a:ext cx="7279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97FCEE-D3AD-EF85-2330-528369867A54}"/>
              </a:ext>
            </a:extLst>
          </p:cNvPr>
          <p:cNvSpPr txBox="1"/>
          <p:nvPr/>
        </p:nvSpPr>
        <p:spPr>
          <a:xfrm>
            <a:off x="1725275" y="6278911"/>
            <a:ext cx="16198238" cy="8302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Solar-powered USV that detects and removes floating water debris.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 monitoring sensors track pH, turbidity, TDS, and temperature in real time to detect pollutants.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 for water quality monitoring and boat navigation.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collection: A conveyor belt mechanism to collect floating waste and </a:t>
            </a:r>
            <a:r>
              <a:rPr lang="en-US" sz="3600" dirty="0"/>
              <a:t>stored in an onboard compartment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Waste detection: </a:t>
            </a:r>
            <a:r>
              <a:rPr lang="en-US" sz="3600" dirty="0"/>
              <a:t>A camera detects and classifies collected waste as plastic, organic, or other materials</a:t>
            </a:r>
            <a:r>
              <a:rPr lang="en-IN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Waste data analysis: Tracks and stores waste types for better waste management.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491AB5-E1F8-BF30-C9D8-53C6F55C0CF3}"/>
              </a:ext>
            </a:extLst>
          </p:cNvPr>
          <p:cNvSpPr txBox="1"/>
          <p:nvPr/>
        </p:nvSpPr>
        <p:spPr>
          <a:xfrm>
            <a:off x="549984" y="18298417"/>
            <a:ext cx="17514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DONE BY: ASFAN M M, ASLAHA FARHA, BINSIL JOHN, DENITTA DAVIS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0C63880-F406-BFD6-CB36-D696D994EED8}"/>
              </a:ext>
            </a:extLst>
          </p:cNvPr>
          <p:cNvGrpSpPr/>
          <p:nvPr/>
        </p:nvGrpSpPr>
        <p:grpSpPr>
          <a:xfrm>
            <a:off x="1992058" y="14116236"/>
            <a:ext cx="14578372" cy="3809885"/>
            <a:chOff x="1330737" y="13399984"/>
            <a:chExt cx="14578372" cy="3809885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B13A670-1968-C0AB-111C-A88597BF66E0}"/>
                </a:ext>
              </a:extLst>
            </p:cNvPr>
            <p:cNvSpPr/>
            <p:nvPr/>
          </p:nvSpPr>
          <p:spPr>
            <a:xfrm>
              <a:off x="1330737" y="13399984"/>
              <a:ext cx="14071188" cy="380988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13D146-9E24-D4B3-B244-75D66B5738C4}"/>
                </a:ext>
              </a:extLst>
            </p:cNvPr>
            <p:cNvSpPr txBox="1"/>
            <p:nvPr/>
          </p:nvSpPr>
          <p:spPr>
            <a:xfrm>
              <a:off x="3850679" y="13604183"/>
              <a:ext cx="72794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600" b="1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KEY FEATURES</a:t>
              </a:r>
              <a:endPara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DB31077-6F93-0F5D-8CF2-566D7919D4EE}"/>
                </a:ext>
              </a:extLst>
            </p:cNvPr>
            <p:cNvSpPr txBox="1"/>
            <p:nvPr/>
          </p:nvSpPr>
          <p:spPr>
            <a:xfrm>
              <a:off x="1552171" y="14336239"/>
              <a:ext cx="7982573" cy="2499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500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6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Solar-powered operation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571500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6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Waste collection system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571500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6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AI waste detection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DC9FD3E-E461-FB80-F344-128D8B04FB9C}"/>
                </a:ext>
              </a:extLst>
            </p:cNvPr>
            <p:cNvSpPr txBox="1"/>
            <p:nvPr/>
          </p:nvSpPr>
          <p:spPr>
            <a:xfrm>
              <a:off x="7926536" y="14336239"/>
              <a:ext cx="7982573" cy="2499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500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6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Real time water quality monitoring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571500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6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Eco-friendly solution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571500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6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friendly interface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4FBFF9F4-1A3A-F223-8028-8517628278A4}"/>
              </a:ext>
            </a:extLst>
          </p:cNvPr>
          <p:cNvSpPr txBox="1"/>
          <p:nvPr/>
        </p:nvSpPr>
        <p:spPr>
          <a:xfrm>
            <a:off x="1442489" y="19001898"/>
            <a:ext cx="17891126" cy="69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N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 MR MANESH V M, (Assistant Professor, Dept of ECE)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D60EE6-EA99-E1B2-F102-8D4009722848}"/>
              </a:ext>
            </a:extLst>
          </p:cNvPr>
          <p:cNvSpPr txBox="1"/>
          <p:nvPr/>
        </p:nvSpPr>
        <p:spPr>
          <a:xfrm>
            <a:off x="6575122" y="19961126"/>
            <a:ext cx="17514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idya Bharathi Nagar, Kalady, Ernakulam, Kerala, India</a:t>
            </a:r>
            <a:endParaRPr lang="en-IN" sz="36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0484 2463825, 2461933 | www.adishankara.ac.in</a:t>
            </a:r>
            <a:endParaRPr lang="en-IN" sz="36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8D5C61-2DCC-21EF-1653-0041FF4959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0296" y="6864878"/>
            <a:ext cx="11539668" cy="745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970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517</TotalTime>
  <Words>181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binsil john</dc:creator>
  <cp:lastModifiedBy>binsil john</cp:lastModifiedBy>
  <cp:revision>4</cp:revision>
  <dcterms:created xsi:type="dcterms:W3CDTF">2025-03-07T16:25:13Z</dcterms:created>
  <dcterms:modified xsi:type="dcterms:W3CDTF">2025-03-08T10:40:44Z</dcterms:modified>
</cp:coreProperties>
</file>